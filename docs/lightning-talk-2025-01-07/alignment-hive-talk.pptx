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B4EE"/>
                </a:solidFill>
              </a:defRPr>
            </a:pPr>
            <a:r>
              <a:t>Who are AI tools being built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AI tool builders optimize for: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Their internal use case (dogfooding)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Their largest revenue sources (corporations)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By default, independent researchers get left behind.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B4EE"/>
                </a:solidFill>
              </a:defRPr>
            </a:pPr>
            <a:r>
              <a:t>Why this happens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Big orgs build up: skills, plugins, instructions,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accumulated knowledge.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This gets distributed automatically to their AI agents.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It's continuous learning in practice.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Independents don't have this. The gap will widen.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B4EE"/>
                </a:solidFill>
              </a:defRPr>
            </a:pPr>
            <a:r>
              <a:t>Soft takeoff has started. Now is the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AI is already accelerating research.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Alignment work needs this acceleration too.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The field is: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Distributed across small teams &amp; independents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Working on urgent problems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Not big enough to build custom infra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B4EE"/>
                </a:solidFill>
              </a:defRPr>
            </a:pPr>
            <a:r>
              <a:t>alignment-hive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Shared infrastructure for alignment researchers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Plugin marketplace for Claude Code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Curated skills for common research workflows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hive-mind: sharing session learnings (in dev)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github.com/Crazytieguy/alignment-hive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B4EE"/>
                </a:solidFill>
              </a:defRPr>
            </a:pPr>
            <a:r>
              <a:t>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MATS plugin includes: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project-setup: architecture decisions for new projects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  - fellow-handbook: MATS policies, compute, housing</a:t>
            </a:r>
          </a:p>
          <a:p>
            <a:pPr>
              <a:spcBef>
                <a:spcPts val="800"/>
              </a:spcBef>
              <a:defRPr sz="2200">
                <a:solidFill>
                  <a:srgbClr val="EAEAEA"/>
                </a:solidFill>
              </a:defRPr>
            </a:pPr>
            <a:r>
              <a:t>One command to install: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7772400" cy="548640"/>
          </a:xfrm>
          <a:prstGeom prst="rect">
            <a:avLst/>
          </a:prstGeom>
          <a:solidFill>
            <a:srgbClr val="2D2D44"/>
          </a:solidFill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6CB4EE"/>
                </a:solidFill>
                <a:latin typeface="Courier New"/>
              </a:defRPr>
            </a:pPr>
            <a:r>
              <a:t>/plugin install mats@alignment-hive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CB4EE"/>
                </a:solidFill>
              </a:defRPr>
            </a:pPr>
            <a:r>
              <a:t>Let's build this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EAEA"/>
                </a:solidFill>
              </a:defRPr>
            </a:pPr>
            <a:r>
              <a:t>1. Try it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 /plugin install mats@alignment-hive</a:t>
            </a:r>
          </a:p>
          <a:p>
            <a:pPr>
              <a:spcBef>
                <a:spcPts val="1400"/>
              </a:spcBef>
              <a:defRPr sz="2400" b="1">
                <a:solidFill>
                  <a:srgbClr val="EAEAEA"/>
                </a:solidFill>
              </a:defRPr>
            </a:pPr>
            <a:r>
              <a:t>2. Give feedback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 What's friction? What do you need?</a:t>
            </a:r>
          </a:p>
          <a:p>
            <a:pPr>
              <a:spcBef>
                <a:spcPts val="1400"/>
              </a:spcBef>
              <a:defRPr sz="2400" b="1">
                <a:solidFill>
                  <a:srgbClr val="EAEAEA"/>
                </a:solidFill>
              </a:defRPr>
            </a:pPr>
            <a:r>
              <a:t>3. Pair with me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 Let me watch the tools in action</a:t>
            </a:r>
          </a:p>
          <a:p>
            <a:pPr>
              <a:spcBef>
                <a:spcPts val="1400"/>
              </a:spcBef>
              <a:defRPr sz="2400" b="1">
                <a:solidFill>
                  <a:srgbClr val="EAEAEA"/>
                </a:solidFill>
              </a:defRPr>
            </a:pPr>
            <a:r>
              <a:t>4. Contribute</a:t>
            </a:r>
          </a:p>
          <a:p>
            <a:pPr>
              <a:defRPr sz="1800">
                <a:solidFill>
                  <a:srgbClr val="AAAAAA"/>
                </a:solidFill>
              </a:defRPr>
            </a:pPr>
            <a:r>
              <a:t>    Talk to me if interested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